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34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 PROTOCOL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Harvard‑Westlake after-hours stealth / horror‑comedy web game (working title)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0789920" cy="2468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3375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premise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gets locked on campus overnight while faculty prepare a secret “Joyful Pursuit of Academic Excellence” ceremony.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familiar spaces, avoid getting caught, solve setpiece puzzles/minigames, collect evidence, and disrupt the preparations—leading to multiple endings.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for Harvard‑Westlake CS (web game project)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building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top‑down campus game with light horror atmosphere + satire/inside references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Chaptered progression (not open-world): each area is a focused “episode”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per chapter: Exploration (atmosphere) + Hunt (active threat)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caught: stinger + immediate checkpoint reset</a:t>
            </a:r>
            <a:endParaRPr lang="en-US" sz="20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combat — tension comes from stealth, puzzles, and setpieces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417320"/>
            <a:ext cx="45720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Feels like a complete game (chapters, bosses, endings)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Buildable by a class with mixed experience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Content-driven: lots of work can be level design + writing + 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3063240"/>
            <a:ext cx="457200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3291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class decides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374904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the final ceremony is trying to accomplish (theme + lore)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campus areas become chapters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Tone dial: scarier vs funnier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boss fights go (selected chapter endings)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pitch: stealth + puzzles + setpiece bosses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structure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chapter loop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5146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2140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194560"/>
            <a:ext cx="228600" cy="36576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2011680"/>
            <a:ext cx="25146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2140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starts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228600" cy="36576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011680"/>
            <a:ext cx="25146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2140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Setpiece puzzle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2194560"/>
            <a:ext cx="228600" cy="36576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2011680"/>
            <a:ext cx="25146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12140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/ reset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0" y="2194560"/>
            <a:ext cx="228600" cy="36576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2011680"/>
            <a:ext cx="25146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0" y="212140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area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3063240"/>
            <a:ext cx="544068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2918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chapter beats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74904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Discover clues + optional evidence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Navigate hallways / rooms with interactables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required minigame to advance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side rooms for extra endings content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chapters end with a boss setpiece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3063240"/>
            <a:ext cx="489204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2918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campus flow (editable)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374904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intro → Math → English → Art/Chapel‑adjacent → Library → History → Science → Gym → Field finale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 can add/remove chapters based on what we want to build.)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Chaptered structure keeps scope manageable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core systems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66928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5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HUD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count • Current objective • Pause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screen = stronger atmosphere.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566928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40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(lightweight, quick-use)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 evidence photo (instant)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scan/unlock moments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Appears briefly during specific interactions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supports gameplay, but it isn’t a constant “screen mode.”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720" y="1417320"/>
            <a:ext cx="448056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sketch (concept)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78040" y="2057400"/>
            <a:ext cx="4297680" cy="2468880"/>
          </a:xfrm>
          <a:prstGeom prst="rect">
            <a:avLst/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2148840"/>
            <a:ext cx="164592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29800" y="2148840"/>
            <a:ext cx="164592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980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434340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453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Search locker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UI, strong atmosphere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fights &amp; setpieces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fights are short non-combat encounters: complete tasks under pursuit. If caught → checkpoint reset.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6118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Boss #1: Dance setpiece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challenges you to a rhythm sequence.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hit timing windows while the “arena” becomes more dangerous if you miss.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unlock the next corridor.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6118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377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Boss #2: “No eating” hunt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83464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Contraband mechanic: food wrappers / crumbs give you away.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clear or hide evidence across several rooms while patrol routes tighten.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access key item.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148840"/>
            <a:ext cx="361188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377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Boss #3: Pop-quiz pressure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2834640"/>
            <a:ext cx="3063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prompts (multiple choice / matching).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takes focus while you manage sightlines and hide spots.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sabotage prep step and escape.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Setpieces = memorable chapter endings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 it (web)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44068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59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Phaser 3 (game framework)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(dev server + build)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HTML/CSS for menus (optional)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440680" cy="2514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7490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4892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Tiled tilemaps for levels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configs for chapters, interactables, patrol routes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assets folder for sprites + audio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can contribute without touching engine code.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4800600" cy="4617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64592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(simple)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2103120"/>
            <a:ext cx="42519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Scene-based: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Boot/Preload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 (chapter loader)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Minigame overlay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screen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Movement + collisions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Detection + chase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Checkpoints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Setpiece framework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stats (evidence, caught, flags)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engine stable; build content on top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run this as a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66928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5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decisions (group)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Decide the ceremony goal (tone + lore)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Pick the chapter list (campus areas)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Choose where boss fights 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Agree on an MVP feature 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669280" cy="2514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749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split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 (movement, collisions, detection, checkpoints)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Minigames (setpiece framework + templates)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design (Tiled maps + triggers)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Art/Audio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QA/Playtest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720" y="1417320"/>
            <a:ext cx="4480560" cy="4617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short GDD = source of truth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Chapter checklist per area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PR rules (engine reviewed)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Playtest early &amp; often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polished web game with chapters, setpieces, bosses, and multiple endings.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align fast, then build in parallel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Harvard-Westlake CS Class</dc:creator>
  <cp:lastModifiedBy>Harvard-Westlake CS Class</cp:lastModifiedBy>
  <cp:revision>1</cp:revision>
  <dcterms:created xsi:type="dcterms:W3CDTF">2026-01-08T05:28:07Z</dcterms:created>
  <dcterms:modified xsi:type="dcterms:W3CDTF">2026-01-08T05:28:07Z</dcterms:modified>
</cp:coreProperties>
</file>